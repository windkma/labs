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">
  <p:cSld name="Slide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9"/>
          <p:cNvPicPr preferRelativeResize="0"/>
          <p:nvPr/>
        </p:nvPicPr>
        <p:blipFill rotWithShape="1">
          <a:blip r:embed="rId2"/>
          <a:srcRect b="15749"/>
          <a:stretch>
            <a:fillRect/>
          </a:stretch>
        </p:blipFill>
        <p:spPr>
          <a:xfrm>
            <a:off x="7042172" y="2937164"/>
            <a:ext cx="5149827" cy="392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1199" y="347825"/>
            <a:ext cx="2828693" cy="4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/>
        </p:nvSpPr>
        <p:spPr>
          <a:xfrm>
            <a:off x="42393" y="6456315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9"/>
          <p:cNvSpPr txBox="1"/>
          <p:nvPr/>
        </p:nvSpPr>
        <p:spPr>
          <a:xfrm>
            <a:off x="4782064" y="6530109"/>
            <a:ext cx="7367543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4"/>
          <a:srcRect l="8202" t="3636" r="9277" b="4781"/>
          <a:stretch>
            <a:fillRect/>
          </a:stretch>
        </p:blipFill>
        <p:spPr>
          <a:xfrm>
            <a:off x="11244125" y="62234"/>
            <a:ext cx="824168" cy="9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">
  <p:cSld name="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30"/>
          <p:cNvGrpSpPr/>
          <p:nvPr/>
        </p:nvGrpSpPr>
        <p:grpSpPr>
          <a:xfrm>
            <a:off x="8256539" y="30869"/>
            <a:ext cx="3846759" cy="1080603"/>
            <a:chOff x="8308168" y="-57704"/>
            <a:chExt cx="3846759" cy="1080603"/>
          </a:xfrm>
        </p:grpSpPr>
        <p:pic>
          <p:nvPicPr>
            <p:cNvPr id="22" name="Google Shape;22;p30"/>
            <p:cNvPicPr preferRelativeResize="0"/>
            <p:nvPr/>
          </p:nvPicPr>
          <p:blipFill rotWithShape="1">
            <a:blip r:embed="rId3"/>
            <a:srcRect l="5460" r="6685"/>
            <a:stretch>
              <a:fillRect/>
            </a:stretch>
          </p:blipFill>
          <p:spPr>
            <a:xfrm>
              <a:off x="11203582" y="-57704"/>
              <a:ext cx="951345" cy="108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0"/>
          <p:cNvSpPr txBox="1"/>
          <p:nvPr/>
        </p:nvSpPr>
        <p:spPr>
          <a:xfrm>
            <a:off x="0" y="6530109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 panose="020F0502020204030204"/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0"/>
          <p:cNvSpPr txBox="1"/>
          <p:nvPr/>
        </p:nvSpPr>
        <p:spPr>
          <a:xfrm>
            <a:off x="0" y="6530109"/>
            <a:ext cx="7451124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">
  <p:cSld name="Slide 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>
            <a:spLocks noGrp="1"/>
          </p:cNvSpPr>
          <p:nvPr>
            <p:ph type="pic" idx="2"/>
          </p:nvPr>
        </p:nvSpPr>
        <p:spPr>
          <a:xfrm>
            <a:off x="1600201" y="2085976"/>
            <a:ext cx="3971925" cy="2162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31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/>
          <a:srcRect l="5089" t="2190" r="3980" b="2133"/>
          <a:stretch>
            <a:fillRect/>
          </a:stretch>
        </p:blipFill>
        <p:spPr>
          <a:xfrm>
            <a:off x="36558" y="0"/>
            <a:ext cx="1071806" cy="1125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1238250" y="5160010"/>
            <a:ext cx="557339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Sinh viên thực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hiện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Phan Thế Phong -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AT200345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5638800" y="299197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1" y="1513830"/>
            <a:ext cx="1234440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Triển khai giao thức </a:t>
            </a:r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Telnet</a:t>
            </a:r>
            <a:endParaRPr lang="vi-VN" altLang="en-US" sz="3600" b="1" dirty="0">
              <a:solidFill>
                <a:schemeClr val="dk1"/>
              </a:solidFill>
              <a:latin typeface="Constantia" panose="020306020503060303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1106182" y="2602390"/>
            <a:ext cx="25314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NỘI DUNG</a:t>
            </a:r>
            <a:endParaRPr lang="en-US" sz="3600" b="1">
              <a:solidFill>
                <a:srgbClr val="1D7C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4" name="Google Shape;154;p2"/>
          <p:cNvGrpSpPr/>
          <p:nvPr>
            <p:custDataLst>
              <p:tags r:id="rId1"/>
            </p:custDataLst>
          </p:nvPr>
        </p:nvGrpSpPr>
        <p:grpSpPr>
          <a:xfrm>
            <a:off x="3840888" y="1816545"/>
            <a:ext cx="7382614" cy="705485"/>
            <a:chOff x="5561568" y="2150659"/>
            <a:chExt cx="5563680" cy="708860"/>
          </a:xfrm>
        </p:grpSpPr>
        <p:sp>
          <p:nvSpPr>
            <p:cNvPr id="155" name="Google Shape;155;p2"/>
            <p:cNvSpPr txBox="1"/>
            <p:nvPr>
              <p:custDataLst>
                <p:tags r:id="rId2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Thiết lập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chung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2"/>
            <p:cNvSpPr txBox="1"/>
            <p:nvPr>
              <p:custDataLst>
                <p:tags r:id="rId3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" name="Google Shape;154;p2"/>
          <p:cNvGrpSpPr/>
          <p:nvPr>
            <p:custDataLst>
              <p:tags r:id="rId4"/>
            </p:custDataLst>
          </p:nvPr>
        </p:nvGrpSpPr>
        <p:grpSpPr>
          <a:xfrm>
            <a:off x="3840888" y="3530410"/>
            <a:ext cx="7382614" cy="705485"/>
            <a:chOff x="5561568" y="2150659"/>
            <a:chExt cx="5563680" cy="708860"/>
          </a:xfrm>
        </p:grpSpPr>
        <p:sp>
          <p:nvSpPr>
            <p:cNvPr id="3" name="Google Shape;155;p2"/>
            <p:cNvSpPr txBox="1"/>
            <p:nvPr>
              <p:custDataLst>
                <p:tags r:id="rId5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Telnet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Google Shape;156;p2"/>
            <p:cNvSpPr txBox="1"/>
            <p:nvPr>
              <p:custDataLst>
                <p:tags r:id="rId6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Thiết lập </a:t>
            </a:r>
            <a:r>
              <a:rPr lang="vi-VN" altLang="en-GB" sz="4800"/>
              <a:t>chung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/>
              <a:t>Thiết lập </a:t>
            </a:r>
            <a:r>
              <a:rPr lang="vi-VN" altLang="en-GB"/>
              <a:t>chung</a:t>
            </a:r>
            <a:endParaRPr lang="vi-VN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225550" y="1456690"/>
            <a:ext cx="732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Mô hình </a:t>
            </a:r>
            <a:r>
              <a:rPr lang="vi-VN" altLang="en-GB"/>
              <a:t>mạng</a:t>
            </a:r>
            <a:endParaRPr lang="vi-VN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1438910" y="5294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0" y="2019935"/>
            <a:ext cx="9042400" cy="3340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Thiết lập chung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1336675"/>
            <a:ext cx="1887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Cài đặt </a:t>
            </a:r>
            <a:r>
              <a:rPr lang="vi-VN" altLang="en-GB"/>
              <a:t>telnetd</a:t>
            </a:r>
            <a:endParaRPr lang="vi-VN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1216660" y="2033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Tạo domain name cho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245" y="2665095"/>
            <a:ext cx="7817485" cy="1731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</a:t>
            </a:r>
            <a:r>
              <a:rPr lang="vi-VN" altLang="en-GB" sz="4800"/>
              <a:t>elnet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Telnet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20395" y="15271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Kết nối telnet từ client tới server bằng user </a:t>
            </a:r>
            <a:r>
              <a:rPr lang="vi-VN" altLang="en-GB"/>
              <a:t>phong, sau đó thực hiện các lệnh cơ bản trên </a:t>
            </a:r>
            <a:r>
              <a:rPr lang="vi-VN" altLang="en-GB"/>
              <a:t>đó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586" b="8118"/>
          <a:stretch>
            <a:fillRect/>
          </a:stretch>
        </p:blipFill>
        <p:spPr>
          <a:xfrm>
            <a:off x="4966335" y="807085"/>
            <a:ext cx="6137910" cy="5496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Telnet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36650" y="1740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tích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2327910"/>
            <a:ext cx="3219450" cy="1581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1196" r="3360" b="28674"/>
          <a:stretch>
            <a:fillRect/>
          </a:stretch>
        </p:blipFill>
        <p:spPr>
          <a:xfrm>
            <a:off x="5472430" y="1830070"/>
            <a:ext cx="6253480" cy="45929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022340" y="1474470"/>
            <a:ext cx="560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Mở TCP stream, thấy dữ liệu hiện bản </a:t>
            </a:r>
            <a:r>
              <a:rPr lang="vi-VN" altLang="en-GB"/>
              <a:t>rõ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2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3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4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5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6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WPS Presentation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Arial</vt:lpstr>
      <vt:lpstr>Times New Roman</vt:lpstr>
      <vt:lpstr>Constantia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Thiết lập chung</vt:lpstr>
      <vt:lpstr>Thiết lập chung</vt:lpstr>
      <vt:lpstr>PowerPoint 演示文稿</vt:lpstr>
      <vt:lpstr>Telnet</vt:lpstr>
      <vt:lpstr>Telnet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Phong Phan Thế</cp:lastModifiedBy>
  <cp:revision>7</cp:revision>
  <dcterms:created xsi:type="dcterms:W3CDTF">2025-07-23T00:59:00Z</dcterms:created>
  <dcterms:modified xsi:type="dcterms:W3CDTF">2026-06-12T15:53:43Z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AC3F3EDC284646F5A134D5120392F918_11</vt:lpwstr>
  </property>
  <property fmtid="{D5CDD505-2E9C-101B-9397-08002B2CF9AE}" pid="3" name="KSOProductBuildVer">
    <vt:lpwstr>2057-12.2.0.23202</vt:lpwstr>
  </property>
</Properties>
</file>